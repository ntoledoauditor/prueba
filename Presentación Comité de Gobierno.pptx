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02057-2C42-45DA-AD94-62657A660472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CFE4-2CAC-461E-A5F0-8122B8D1D807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6789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0CFE4-2CAC-461E-A5F0-8122B8D1D807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1922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B4CD83-8CED-CD0C-B995-7B1C13AB1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1D7C9E-4BDC-C6BB-0AE9-8B67AB1D1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D7AA2F-7497-C182-CCBC-FC1FDAD53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484A-B983-4D0A-8832-27AA8977BE48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CF3137-05DB-D5EC-CA51-AF126BCA9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B6E8D-B382-5434-3952-917FD6AA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527B-191A-4798-AFB8-AD813A84A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52881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C1810C-940D-273E-DA07-A3EE12EC3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BDA2F4-C3BD-4446-C807-F54A6C9D1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3FBEC0-768F-5643-3004-03E06B30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484A-B983-4D0A-8832-27AA8977BE48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B6F2A1-C38C-E2D4-7D57-E85ECE3D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9624FC-76CE-78A4-CCC5-0B4A9865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527B-191A-4798-AFB8-AD813A84A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74610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9559C7-4E55-8DBA-A870-36BE57A96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69619C-AD2B-51C8-303D-E11ADD0699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8EDF34-9C61-2A22-E399-4A3B3500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484A-B983-4D0A-8832-27AA8977BE48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83EE8D-8EE2-EC2A-CEFA-D90B6F31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BAF189-39E6-0578-21E1-74AF815E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527B-191A-4798-AFB8-AD813A84A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8497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1C86F-85C7-43DE-3EF8-BBAE0D540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FF61C8-7AB1-C37A-9C17-D585A2335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589E160-F833-BFEE-2ADA-45CCE57FA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EE4DB49-EC28-6933-455E-D306C285F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484A-B983-4D0A-8832-27AA8977BE48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47EC3A-4897-191A-A72B-5A739F3DC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85E0D0-4FFA-30C1-DE8B-2F9E73726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527B-191A-4798-AFB8-AD813A84A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696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CB886F-239F-3DEC-1E04-5B4E6E306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35F10E-E545-2749-744C-761B059D7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A7BB565-D02A-3771-E13F-8ED3B8E941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40CBCE4-5D2A-EB64-CCB9-59F45CF03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01FC26-0FE4-BA86-0D75-6A76297C2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EF478B-7698-89B6-ABA8-E0E0B186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484A-B983-4D0A-8832-27AA8977BE48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702AED8-62B0-FCB5-036C-39FE67FB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B997E95-80FD-AE30-F1B1-1670AC00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527B-191A-4798-AFB8-AD813A84A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1291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767BB9-D103-0F32-D7D9-9A911794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9537D20-0C7F-9CC8-14A0-E0EDC522A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484A-B983-4D0A-8832-27AA8977BE48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ED61F4A-01CE-1777-4624-5444CC146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B5F8DDD-93D3-CC72-2692-2B50BF826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527B-191A-4798-AFB8-AD813A84A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87441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D33A716-BFC6-D793-1F86-B23242D4D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484A-B983-4D0A-8832-27AA8977BE48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40CC3-095E-1C4E-E06D-B4E75C63E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CA06C4-344D-99F3-5EC7-F9BB207C2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527B-191A-4798-AFB8-AD813A84A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874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6798F-8558-F4F0-B085-9ED4BB649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19FF0D-526C-EF9C-C130-7E39F15687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EA8025-9B9C-D39F-8285-2E8CD1F6AA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A042B6-FDCE-0886-A598-07B9D62AB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484A-B983-4D0A-8832-27AA8977BE48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F60A76F-0291-4B65-2924-5B008036F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E654EC-B785-6F76-52B7-E784DA74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527B-191A-4798-AFB8-AD813A84A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63405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0D7546-1B82-7EC4-3C7A-FFE438C44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0220FD2-13C3-BFD3-E39A-277982464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46AB8B-6E9B-C30A-0922-217A546B7C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0546A4-B28D-444B-1F62-467C578FC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484A-B983-4D0A-8832-27AA8977BE48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5D8EA7-F32B-EADB-A08C-5B72D2E3E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B93153-0021-D096-A9BD-598AC8860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527B-191A-4798-AFB8-AD813A84A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3765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E93D1-8ADC-9779-7628-7B4BDA7D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2F3ED1F-0EDC-7580-BA39-C6A467BFC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46C3D8-C80B-270C-3EE6-7F4E98CFE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484A-B983-4D0A-8832-27AA8977BE48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EA99D3-5ABC-3B18-A394-A1EB12ED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210401-BE78-B062-0DBD-3113EB1FD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527B-191A-4798-AFB8-AD813A84A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7313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5C0EE8A-8503-C68A-9A85-E871CDC20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B5CCE40-531C-25B1-168A-6FEAFA02E9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11A37-C8EC-5832-15AB-A7A9AAA81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5D484A-B983-4D0A-8832-27AA8977BE48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D1994F-FD48-B55A-1D45-AFDB1AF4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FA89C3-B2CE-9D88-67E5-B1F35D35A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D527B-191A-4798-AFB8-AD813A84AAC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438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23665A-6AE0-CB5A-24F1-0C2120180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68AB03-8837-A30A-01DF-9E961AA46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EC1A19-F82F-3F79-FFA6-36BB1FB34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D484A-B983-4D0A-8832-27AA8977BE48}" type="datetimeFigureOut">
              <a:rPr lang="es-CL" smtClean="0"/>
              <a:t>28-04-2026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AD15EE-69AA-F3E1-C22D-0017E0C211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A681A8-C8CB-063D-3D25-6EFE4FFF4B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0D527B-191A-4798-AFB8-AD813A84AAC1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7C02363-E70B-3C11-B897-DB8488BDAA1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814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CL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USO PÚBLICO</a:t>
            </a:r>
          </a:p>
        </p:txBody>
      </p:sp>
    </p:spTree>
    <p:extLst>
      <p:ext uri="{BB962C8B-B14F-4D97-AF65-F5344CB8AC3E}">
        <p14:creationId xmlns:p14="http://schemas.microsoft.com/office/powerpoint/2010/main" val="25506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D1A6B-2F80-8FE7-FAC6-5EB20EF8AD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Archivo prueba fuga de información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3FCBEE-D78C-8A76-B642-251E7D7947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107130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Panorámica</PresentationFormat>
  <Paragraphs>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Archivo prueba fuga de información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Toledo S, Nicolas</dc:creator>
  <cp:lastModifiedBy>Toledo S, Nicolas</cp:lastModifiedBy>
  <cp:revision>1</cp:revision>
  <dcterms:created xsi:type="dcterms:W3CDTF">2026-04-28T14:41:53Z</dcterms:created>
  <dcterms:modified xsi:type="dcterms:W3CDTF">2026-04-28T14:42:14Z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58717ce-9328-4f60-a961-17f1c0855daa_Enabled">
    <vt:lpwstr>true</vt:lpwstr>
  </property>
  <property fmtid="{D5CDD505-2E9C-101B-9397-08002B2CF9AE}" pid="3" name="MSIP_Label_858717ce-9328-4f60-a961-17f1c0855daa_SetDate">
    <vt:lpwstr>2026-04-28T14:41:59Z</vt:lpwstr>
  </property>
  <property fmtid="{D5CDD505-2E9C-101B-9397-08002B2CF9AE}" pid="4" name="MSIP_Label_858717ce-9328-4f60-a961-17f1c0855daa_Method">
    <vt:lpwstr>Privileged</vt:lpwstr>
  </property>
  <property fmtid="{D5CDD505-2E9C-101B-9397-08002B2CF9AE}" pid="5" name="MSIP_Label_858717ce-9328-4f60-a961-17f1c0855daa_Name">
    <vt:lpwstr>Banco - Pública</vt:lpwstr>
  </property>
  <property fmtid="{D5CDD505-2E9C-101B-9397-08002B2CF9AE}" pid="6" name="MSIP_Label_858717ce-9328-4f60-a961-17f1c0855daa_SiteId">
    <vt:lpwstr>006088d4-d6d4-4408-b1d9-89daddc33842</vt:lpwstr>
  </property>
  <property fmtid="{D5CDD505-2E9C-101B-9397-08002B2CF9AE}" pid="7" name="MSIP_Label_858717ce-9328-4f60-a961-17f1c0855daa_ActionId">
    <vt:lpwstr>90b54be6-b51a-4d8e-8092-372ea16899c0</vt:lpwstr>
  </property>
  <property fmtid="{D5CDD505-2E9C-101B-9397-08002B2CF9AE}" pid="8" name="MSIP_Label_858717ce-9328-4f60-a961-17f1c0855daa_ContentBits">
    <vt:lpwstr>1</vt:lpwstr>
  </property>
  <property fmtid="{D5CDD505-2E9C-101B-9397-08002B2CF9AE}" pid="9" name="MSIP_Label_858717ce-9328-4f60-a961-17f1c0855daa_Tag">
    <vt:lpwstr>10, 0, 1, 1</vt:lpwstr>
  </property>
  <property fmtid="{D5CDD505-2E9C-101B-9397-08002B2CF9AE}" pid="10" name="ClassificationContentMarkingHeaderLocations">
    <vt:lpwstr>Tema de Office:8</vt:lpwstr>
  </property>
  <property fmtid="{D5CDD505-2E9C-101B-9397-08002B2CF9AE}" pid="11" name="ClassificationContentMarkingHeaderText">
    <vt:lpwstr>USO PÚBLICO</vt:lpwstr>
  </property>
</Properties>
</file>